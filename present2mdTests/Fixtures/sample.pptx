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/>
  <p:sldIdLst>
    <p:sldId id="256" r:id="rId1"/>
    <p:sldId id="257" r:id="rId2"/>
  </p:sldIdLst>
</p:presentation>
</file>

<file path=ppt/_rels/presentation.xml.rels>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t>Slide One Title</a:t>
            </a:r>
          </a:p>
        </p:txBody>
      </p:sp>
      <p:sp>
        <p:nvSpPr>
          <p:nvPr>
            <p:ph type="body"/>
          </p:nvPr>
        </p:nvSpPr>
        <p:txBody>
          <a:p>
            <a:r>
              <a:t>Body text for slide one.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t>Slide Two Title</a:t>
            </a:r>
          </a:p>
        </p:txBody>
      </p:sp>
      <p:sp>
        <p:nvSpPr>
          <p:nvPr/>
        </p:nvSpPr>
        <p:txBody>
          <a:tbl>
            <a:tr>
              <a:tc>
                <a:txBody>
                  <a:p>
                    <a:r>
                      <a:t>Col A</a:t>
                    </a:r>
                  </a:p>
                </a:txBody>
              </a:tc>
              <a:tc>
                <a:txBody>
                  <a:p>
                    <a:r>
                      <a:t>Col B</a:t>
                    </a:r>
                  </a:p>
                </a:txBody>
              </a:tc>
            </a:tr>
            <a:tr>
              <a:tc>
                <a:txBody>
                  <a:p>
                    <a:r>
                      <a:t>val 1</a:t>
                    </a:r>
                  </a:p>
                </a:txBody>
              </a:tc>
              <a:tc>
                <a:txBody>
                  <a:p>
                    <a:r>
                      <a:t>val 2</a:t>
                    </a:r>
                  </a:p>
                </a:txBody>
              </a:tc>
            </a:tr>
          </a:tbl>
        </p:txBody>
      </p:sp>
    </p:spTree>
  </p:cSld>
</p:sld>
</file>